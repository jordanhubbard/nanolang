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docs/PERSONA.md, README.md, docs/RELEASE_3.5.md.</a:t>
            </a:r>
          </a:p>
          <a:p>
            <a:r>
              <a:t>I describe tested behavior and label 4.0 work as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 and docs/CANONICAL_STYLE.md.</a:t>
            </a:r>
          </a:p>
          <a:p>
            <a:r>
              <a:t>I do not claim that every legacy surface is equally regular; the active NanoISA work is separately scoped.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docs/NANOISA.md and src/nanovirt/main.c.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spec/nanoisa.yaml, scripts/gen_nanoisa_schema.py, src/nanoisa/assembler.c, and src/nanoisa/disassembler.c.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src/nanovm/vm.c, src/nanovm/vm_decode.c, and skills/nanovm-opcode-debugging/SKILL.md.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userguide/part1_fundamentals/04_functions.md, and current test suites.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docs/EXTERN_FFI.md, src/nanovm/vm_ffi.c, and src/nanovm/cop_protocol.c.</a:t>
            </a:r>
          </a:p>
          <a:p>
            <a:r>
              <a:t>The FFI boundary is tested; it is not part of the formally verified NanoCore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src/nanovm/vm.c, src/stdlib_runtime.c, and skills/nanovm-opcode-debugging/SKILL.md.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scripts/benchmark_nanoisa.sh, scripts/summarize_nanoisa_bench.py, and docs/RELEASE_3.5.md.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docs/RELEASE_3.5.md and docs/ROADMAP.md.</a:t>
            </a:r>
          </a:p>
          <a:p>
            <a:r>
              <a:t>The right column is roadmap work, not shipped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docs/PERSONA.md, and docs/ROADMAP.md.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8321040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4008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I say what I mean.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compile myself.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show my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69080"/>
            <a:ext cx="585216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72B7D6"/>
                </a:solidFill>
                <a:latin typeface="Arial"/>
              </a:rPr>
              <a:t>A developer's view of my syntax, compiler, NanoISA, NanoVM, and the 4.0 boundary.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3.5 shipped · 4.0 begins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My design refuses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Prefix calls, explicit boundaries, and one canonical form keep generated code readable.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PREFIX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(f x 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int · float · bool · string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shadow fn { ... 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One source language, two execution paths.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The C path is my native baseline. NanoISA and NanoVM make the intermediate explicit.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.nano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source + shadow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Courier New"/>
              </a:rPr>
              <a:t>nanoc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generated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nano_virt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NVM bytecode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Courier New"/>
              </a:rPr>
              <a:t>nano_vm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decoded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754880"/>
            <a:ext cx="4572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100" b="1">
                <a:solidFill>
                  <a:srgbClr val="FF6B35"/>
                </a:solidFill>
                <a:latin typeface="Courier New"/>
              </a:rPr>
              <a:t>compile → verify → execute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NanoISA is readable bytecode, not a hidden intermediate.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keep the serialized module inspectable and use decoded forms only inside execution.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212080" cy="3383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663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.function main 0 0 0 int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40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2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I64_MUL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RET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57800" cy="338328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76B900"/>
                </a:solidFill>
                <a:latin typeface="Arial"/>
              </a:rPr>
              <a:t>schema → metadata → assembler</a:t>
            </a:r>
          </a:p>
          <a:p/>
          <a:p>
            <a:r>
              <a:rPr sz="2000" b="1">
                <a:solidFill>
                  <a:srgbClr val="76B900"/>
                </a:solidFill>
                <a:latin typeface="Arial"/>
              </a:rPr>
              <a:t>The source of truth is</a:t>
            </a:r>
          </a:p>
          <a:p>
            <a:r>
              <a:rPr sz="2000" b="1">
                <a:solidFill>
                  <a:srgbClr val="76B900"/>
                </a:solidFill>
                <a:latin typeface="Arial"/>
              </a:rPr>
              <a:t>spec/nanoisa.yaml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NanoVM executes decoded instructions.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preserve byte offsets for diagnostics while the private cursor advances through instruction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23160"/>
            <a:ext cx="2148840" cy="1097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320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FF6B3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1417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EEF1F3"/>
                </a:solidFill>
                <a:latin typeface="Arial"/>
              </a:rPr>
              <a:t>decode 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423160"/>
            <a:ext cx="2148840" cy="1097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606040"/>
            <a:ext cx="320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FF6B3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606040"/>
            <a:ext cx="1417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EEF1F3"/>
                </a:solidFill>
                <a:latin typeface="Arial"/>
              </a:rPr>
              <a:t>boundary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423160"/>
            <a:ext cx="2148840" cy="1097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320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FF6B3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606040"/>
            <a:ext cx="1417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EEF1F3"/>
                </a:solidFill>
                <a:latin typeface="Arial"/>
              </a:rPr>
              <a:t>indexed cursor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423160"/>
            <a:ext cx="2148840" cy="1097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2606040"/>
            <a:ext cx="320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FF6B3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606040"/>
            <a:ext cx="1417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EEF1F3"/>
                </a:solidFill>
                <a:latin typeface="Arial"/>
              </a:rPr>
              <a:t>switch dispatch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800600"/>
            <a:ext cx="42976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100" b="1">
                <a:solidFill>
                  <a:srgbClr val="FF6B35"/>
                </a:solidFill>
                <a:latin typeface="Courier New"/>
              </a:rPr>
              <a:t>NANO_VM_TRACE=1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Every function carries a shadow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The test is an executable statement about behavior, not a coverage ornament.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303520" cy="347472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75488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fn gcd(a: int, b: int) -&gt; int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...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shadow gcd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48 18) 6)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240280"/>
            <a:ext cx="411480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300" b="1">
                <a:solidFill>
                  <a:srgbClr val="76B900"/>
                </a:solidFill>
                <a:latin typeface="Arial"/>
              </a:rPr>
              <a:t>322 NanoVM tests</a:t>
            </a:r>
          </a:p>
          <a:p>
            <a:r>
              <a:rPr sz="2300" b="1">
                <a:solidFill>
                  <a:srgbClr val="76B900"/>
                </a:solidFill>
                <a:latin typeface="Arial"/>
              </a:rPr>
              <a:t>63 NanoVirt tests</a:t>
            </a:r>
          </a:p>
          <a:p>
            <a:r>
              <a:rPr sz="2300" b="1">
                <a:solidFill>
                  <a:srgbClr val="76B900"/>
                </a:solidFill>
                <a:latin typeface="Arial"/>
              </a:rPr>
              <a:t>1,090 NanoISA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FFI is an explicit unsafe boundary.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Imports carry signatures. The co-process can keep foreign code outside my VM process.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NanoLang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Arial"/>
              </a:rPr>
              <a:t>typed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typed trap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nano_cop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06324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foreign process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Diagnostics are optional and cheap when disabled.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read runtime switches once, then keep the hot path to a cached boolean guard.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920240"/>
            <a:ext cx="10241280" cy="73152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21408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NANO_VM_TRACE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21408"/>
            <a:ext cx="62179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opcode + stack + FFI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10241280" cy="73152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172968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NANO_PROFILE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172968"/>
            <a:ext cx="62179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generated-C timing hooks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23360"/>
            <a:ext cx="10241280" cy="73152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224528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Courier New"/>
              </a:rPr>
              <a:t>--profile-isa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4224528"/>
            <a:ext cx="62179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structured VM counters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What I measured for 3.5.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Seven maintained workloads, 20 samples each, with the result kept as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19456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800" b="1">
                <a:solidFill>
                  <a:srgbClr val="76B900"/>
                </a:solidFill>
                <a:latin typeface="Arial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21945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EEF1F3"/>
                </a:solidFill>
                <a:latin typeface="Arial"/>
              </a:rPr>
              <a:t>workloads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240280"/>
            <a:ext cx="219456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800" b="1">
                <a:solidFill>
                  <a:srgbClr val="76B900"/>
                </a:solidFill>
                <a:latin typeface="Arial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3063240"/>
            <a:ext cx="21945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EEF1F3"/>
                </a:solidFill>
                <a:latin typeface="Arial"/>
              </a:rPr>
              <a:t>samples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240280"/>
            <a:ext cx="219456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800" b="1">
                <a:solidFill>
                  <a:srgbClr val="FF6B35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3063240"/>
            <a:ext cx="21945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EEF1F3"/>
                </a:solidFill>
                <a:latin typeface="Arial"/>
              </a:rPr>
              <a:t>failed runs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240280"/>
            <a:ext cx="219456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800" b="1">
                <a:solidFill>
                  <a:srgbClr val="76B900"/>
                </a:solidFill>
                <a:latin typeface="Arial"/>
              </a:rPr>
              <a:t>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3063240"/>
            <a:ext cx="21945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EEF1F3"/>
                </a:solidFill>
                <a:latin typeface="Arial"/>
              </a:rPr>
              <a:t>profiles recorded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846320"/>
            <a:ext cx="8503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72B7D6"/>
                </a:solidFill>
                <a:latin typeface="Courier New"/>
              </a:rPr>
              <a:t>retired · branches · calls · heap · traps · FFI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3.5 shipped. 4.0 is a different promise.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keep the boundary visible so a passing benchmark is not mistaken for a complete v2 verifier.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66360" cy="35661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3.5 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4297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900" b="1">
                <a:solidFill>
                  <a:srgbClr val="EEF1F3"/>
                </a:solidFill>
                <a:latin typeface="Arial"/>
              </a:rPr>
              <a:t>measurement</a:t>
            </a:r>
          </a:p>
          <a:p>
            <a:r>
              <a:rPr sz="1900" b="1">
                <a:solidFill>
                  <a:srgbClr val="EEF1F3"/>
                </a:solidFill>
                <a:latin typeface="Arial"/>
              </a:rPr>
              <a:t>generated metadata</a:t>
            </a:r>
          </a:p>
          <a:p>
            <a:r>
              <a:rPr sz="1900" b="1">
                <a:solidFill>
                  <a:srgbClr val="EEF1F3"/>
                </a:solidFill>
                <a:latin typeface="Arial"/>
              </a:rPr>
              <a:t>predecoded execution</a:t>
            </a:r>
          </a:p>
          <a:p>
            <a:r>
              <a:rPr sz="1900" b="1">
                <a:solidFill>
                  <a:srgbClr val="EEF1F3"/>
                </a:solidFill>
                <a:latin typeface="Arial"/>
              </a:rPr>
              <a:t>tail calls</a:t>
            </a:r>
          </a:p>
          <a:p>
            <a:r>
              <a:rPr sz="1900" b="1">
                <a:solidFill>
                  <a:srgbClr val="EEF1F3"/>
                </a:solidFill>
                <a:latin typeface="Arial"/>
              </a:rPr>
              <a:t>runtime diagnostics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166360" cy="35661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4.0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297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900" b="1">
                <a:solidFill>
                  <a:srgbClr val="EEF1F3"/>
                </a:solidFill>
                <a:latin typeface="Arial"/>
              </a:rPr>
              <a:t>stack/type-flow verifier</a:t>
            </a:r>
          </a:p>
          <a:p>
            <a:r>
              <a:rPr sz="1900" b="1">
                <a:solidFill>
                  <a:srgbClr val="EEF1F3"/>
                </a:solidFill>
                <a:latin typeface="Arial"/>
              </a:rPr>
              <a:t>linked callable handles</a:t>
            </a:r>
          </a:p>
          <a:p>
            <a:r>
              <a:rPr sz="1900" b="1">
                <a:solidFill>
                  <a:srgbClr val="EEF1F3"/>
                </a:solidFill>
                <a:latin typeface="Arial"/>
              </a:rPr>
              <a:t>v2 module contract</a:t>
            </a:r>
          </a:p>
          <a:p>
            <a:r>
              <a:rPr sz="1900" b="1">
                <a:solidFill>
                  <a:srgbClr val="EEF1F3"/>
                </a:solidFill>
                <a:latin typeface="Arial"/>
              </a:rPr>
              <a:t>typed ABI and ownership</a:t>
            </a:r>
          </a:p>
          <a:p>
            <a:r>
              <a:rPr sz="1900" b="1">
                <a:solidFill>
                  <a:srgbClr val="EEF1F3"/>
                </a:solidFill>
                <a:latin typeface="Arial"/>
              </a:rPr>
              <a:t>computed dispatch + fusions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731520"/>
            <a:ext cx="34747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7665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Start with the code.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Then run the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read · change · shadow-test · verify ·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00600"/>
            <a:ext cx="67665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Courier New"/>
              </a:rPr>
              <a:t>docs/PERSONA.md · docs/ROADMAP.md · CONTRIBUTING.md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