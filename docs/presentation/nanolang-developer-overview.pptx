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docs/RELEASE_4.5.md.</a:t>
            </a:r>
          </a:p>
          <a:p>
            <a:r>
              <a:t>I am a language with a runtime under development. This local draft is not a release or a production-isolation claim.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My project policy requires useful shadows. My compiler normally warns about missing tests, with documented exemptions.</a:t>
            </a:r>
          </a:p>
          <a:p>
            <a:r>
              <a:t>A shadow tests its assertions; it does not prove every input. Compiler acceptance is not proof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docs/NANOISA.md and src/nanovirt/main.c.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Imported signatures are declarations, not proof of foreign behavior. My abstract reference counter does not identify objects.</a:t>
            </a:r>
          </a:p>
          <a:p>
            <a:r>
              <a:t>Formal NanoCore theorems and compiler correspondence are separate boundaries; see formal/README.md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tests/nanoisa/test_fuzz_malformed.c, tests/nanovm/test_cop_fuzz.c, tests/fuzzing/README.md.</a:t>
            </a:r>
          </a:p>
          <a:p>
            <a:r>
              <a:t>I distinguish deterministic malformed-input testing, seed replay and mutation campaigns.</a:t>
            </a:r>
          </a:p>
          <a:p>
            <a:r>
              <a:t>Wrapping arithmetic was removed from code-range and section validation, not merely guarded.</a:t>
            </a:r>
          </a:p>
          <a:p>
            <a:r>
              <a:t>This slide is the systemic answer to slide 7: a verifier that is correct is still only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Shared handler bodies reduce duplication; execution equivalence still needs tests.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docs/CANONICAL_STYLE.md, tests/test_language_claims.py and examples/gcd.nano.</a:t>
            </a:r>
          </a:p>
          <a:p>
            <a:r>
              <a:t>CPU exemptions include externs, main, generated lambdas and functions using extern calls. Explicit foreign-call shadows still run.</a:t>
            </a:r>
          </a:p>
          <a:p>
            <a:r>
              <a:t>All three drivers select dependency shadows by default; --root-shadows-only opts out. Test processes have deadlines, not sandboxing.</a:t>
            </a:r>
          </a:p>
          <a:p>
            <a:r>
              <a:t>I exercise nonnegative and zero gcd inputs here. These assertions are not a theorem for all integers.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docs/NSI.md, docs/NSI_FABRIC.md, docs/NSI_EFFECTS.md, schema/nsi/effect_map.v0.json.</a:t>
            </a:r>
          </a:p>
          <a:p>
            <a:r>
              <a:t>State has no host cap. Err maps to TRAP_ERROR and invents no NSI method.</a:t>
            </a:r>
          </a:p>
          <a:p>
            <a:r>
              <a:t>I do not claim a kernel, AES, PKI, or that the journal is wired into every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docs/RELEASE_5.0.md, docs/CALLBACK_ABI.md, docs/ROADMAP.md.</a:t>
            </a:r>
          </a:p>
          <a:p>
            <a:r>
              <a:t>Retained adapters preserve callback lifetimes and owner-thread execution. Isolated imports cannot use this bridge.</a:t>
            </a:r>
          </a:p>
          <a:p>
            <a:r>
              <a:t>The 2026-09-16 evidence is a checkpoint; native and VM effect repairs and final integrated gates remain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docs/ROADMAP.md, docs/RELEASE_4.5.md.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5.0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858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72B7D6"/>
                </a:solidFill>
                <a:latin typeface="Arial"/>
              </a:rPr>
              <a:t>A small language designed to be written by machines and audited by humans.</a:t>
            </a:r>
          </a:p>
          <a:p>
            <a:r>
              <a:rPr sz="1600" b="0">
                <a:solidFill>
                  <a:srgbClr val="72B7D6"/>
                </a:solidFill>
                <a:latin typeface="Arial"/>
              </a:rPr>
              <a:t>A developer's view of my syntax, compiler, NanoISA, and runtime foundations on POSIX.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6583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Verified bytecode · NSI · capabilities · fabric · trap 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make calls and test obligations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recommend canonical forms; my parser also accepts legacy syntax.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gcd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source language, two execution paths.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C path is my native baseline. NanoISA and NanoVM make the intermediate explicit.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generated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nano_virt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NVM bytecode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ten sections · a malformed module is refused, never guessed 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checks modeled invariants before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These checks are not whole-program proof or complete source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known contradictions are refused; unknown stays 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reference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explicit retain/release counts, not object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treat every module as hostile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My verifier and parsers have malformed-input tests; their coverage is not universal.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loader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verifier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assembler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disassembler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co-process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5276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9476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FF6B35"/>
                </a:solidFill>
                <a:latin typeface="Courier New"/>
              </a:rPr>
              <a:t>offset &gt; total || size &gt; total - offset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1005840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I bound the offset before subtracting. An unchecked addition or subtraction can wrap. My deterministic malformed-input suites exercise these parsing boundaries; passing their cases is not proof for arbitrary bytes or an unlimited fuzzing campaign.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2356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Malformed-input tests are evidence, not universal safety proofs.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Historical 4.0 measurement: one handler body, two dispatch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require useful shadows by project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Missing tests normally warn; exemptions are not evidence of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if (== b 0) { return a }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return (gcd b (% a b))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18 0) 18)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0 0) 0)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Useful tests: policy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Missing tests: warnings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Exemptions: documented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Imports: tested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480560"/>
            <a:ext cx="4297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Separate test process;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source-only emission skips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Historical 4.0 measurement: about 48x per crossing in the recorded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tested reference cycles.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Cycle collection is not complete leak freedom or backend semantic equivalence.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build runtime foundations on an ordinary kernel.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Contracts, capabilities, a POSIX fabric, and a journal. Laboratory evidence, not production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source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required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NanoISA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method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checked handle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94760"/>
            <a:ext cx="11155680" cy="19659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48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Record at the trap. Replay the recorded result. Do not call the original service.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SHA-256 + HMAC with a deployment key. Sequence checkpoints, not heap snapshots.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Tested C library in 4.5. Not a hook on every vm.c trap. POSIX is the host.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5.0 contract, and the work still ahead.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current 5.0 draft is not a release-readiness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5.0 CANDIDATE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enclosing-function return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dependency shadows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retained native callbacks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module identity + caches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expanded native lowering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laboratory frontends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NOT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NanoISA-only bootstrap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matching compiler .nvm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full backend parity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complete ownership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isolated callback ABI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production isolation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docs/RELEASE_5.0.md · docs/CALLBACK_ABI.md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