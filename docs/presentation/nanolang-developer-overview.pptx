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docs/PERSONA.md, README.md, docs/RELEASE_4.5.md.</a:t>
            </a:r>
          </a:p>
          <a:p>
            <a:r>
              <a:t>I am a language with a runtime under development. This local draft is not a release or a production-isolation claim.</a:t>
            </a:r>
          </a:p>
          <a:p>
            <a:r>
              <a:t>I describe tested behavior. Work I have not done is labelled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 and docs/CANONICAL_STYLE.md.</a:t>
            </a:r>
          </a:p>
          <a:p>
            <a:r>
              <a:t>My project policy requires useful shadows. My compiler normally warns about missing tests, with documented exemptions.</a:t>
            </a:r>
          </a:p>
          <a:p>
            <a:r>
              <a:t>A shadow tests its assertions; it does not prove every input. Compiler acceptance is not proof of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docs/NANOISA.md and src/nanovirt/main.c.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spec/nanoisa.yaml, scripts/gen_nanoisa_schema.py, src/nanoisa/assembler.c, src/nanoisa/disassembler.c.</a:t>
            </a:r>
          </a:p>
          <a:p>
            <a:r>
              <a:t>Canonical disassembly reassembles to byte-identical bytecode; make test-disasm-roundtrip.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src/nanoisa/nvm_format_v2.[ch], src/nanoisa/nvm_v2_*.c, docs/NANOISA.md.</a:t>
            </a:r>
          </a:p>
          <a:p>
            <a:r>
              <a:t>Subtraction form is the point: an offset near the top of the range cannot wrap into it.</a:t>
            </a:r>
          </a:p>
          <a:p>
            <a:r>
              <a:t>An explicit length is why a string holding an embedded zero survives a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src/nanoisa/verifier.c, src/nanoisa/verifier_types.c, tests/nanoisa/test_verifier.c (93 tests).</a:t>
            </a:r>
          </a:p>
          <a:p>
            <a:r>
              <a:t>Imported signatures are declarations, not proof of foreign behavior. My abstract reference counter does not identify objects.</a:t>
            </a:r>
          </a:p>
          <a:p>
            <a:r>
              <a:t>Formal NanoCore theorems and compiler correspondence are separate boundaries; see formal/README.md and docs/ROADMAP.md.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docs/RELEASE_4.0.md and the fix in src/nanoisa/verifier.c.</a:t>
            </a:r>
          </a:p>
          <a:p>
            <a:r>
              <a:t>Fixing it exposed a second bug in the same walk and then eight latent codegen bugs it had hidden.</a:t>
            </a:r>
          </a:p>
          <a:p>
            <a:r>
              <a:t>An unknown effect is now a hard failure: absence of data must not read as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tests/nanoisa/test_fuzz_malformed.c, tests/nanovm/test_cop_fuzz.c, tests/fuzzing/README.md.</a:t>
            </a:r>
          </a:p>
          <a:p>
            <a:r>
              <a:t>I distinguish deterministic malformed-input testing, seed replay and mutation campaigns.</a:t>
            </a:r>
          </a:p>
          <a:p>
            <a:r>
              <a:t>Wrapping arithmetic was removed from code-range and section validation, not merely guarded.</a:t>
            </a:r>
          </a:p>
          <a:p>
            <a:r>
              <a:t>This slide is the systemic answer to slide 7: a verifier that is correct is still only one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docs/NANOISA_MEASUREMENTS.md, make test-dispatch-equivalence.</a:t>
            </a:r>
          </a:p>
          <a:p>
            <a:r>
              <a:t>Shared handler bodies reduce duplication; execution equivalence still needs tests.</a:t>
            </a:r>
          </a:p>
          <a:p>
            <a:r>
              <a:t>The threaded build has no loop around the handlers, so a stray break is a compile error rather than a silent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docs/CANONICAL_STYLE.md, tests/test_language_claims.py and examples/gcd.nano.</a:t>
            </a:r>
          </a:p>
          <a:p>
            <a:r>
              <a:t>CPU exemptions include externs, main, generated lambdas and functions using extern calls. Explicit foreign-call shadows still run.</a:t>
            </a:r>
          </a:p>
          <a:p>
            <a:r>
              <a:t>All three drivers select dependency shadows by default; --root-shadows-only opts out. Test processes have deadlines, not sandboxing.</a:t>
            </a:r>
          </a:p>
          <a:p>
            <a:r>
              <a:t>I exercise nonnegative and zero gcd inputs here. These assertions are not a theorem for all integers.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docs/EXTERN_FFI.md, src/nanovm/vm_ffi.c, src/nanovm/cop_protocol.c, docs/NANOISA_MEASUREMENTS.md.</a:t>
            </a:r>
          </a:p>
          <a:p>
            <a:r>
              <a:t>The FFI boundary is tested; it is not part of the formally verified NanoCore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src/nanovm/heap_cycles.c, Bacon and Rajan (PLDI 2001), tests/nanovm/test_vm.c.</a:t>
            </a:r>
          </a:p>
          <a:p>
            <a:r>
              <a:t>The generated-C runtime already collected cycles; the VM did not, so the two disagreed about whether a program leaks.</a:t>
            </a:r>
          </a:p>
          <a:p>
            <a:r>
              <a:t>The test that matters most is the one where a reachable cycle must survive and still be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docs/NANOISA_MEASUREMENTS.md and scripts/benchmark_nanoisa.sh.</a:t>
            </a:r>
          </a:p>
          <a:p>
            <a:r>
              <a:t>Before 4.0 the suite timed one process per sample, so every workload took about 17 ms whether it retired 78 instructions or 32,082.</a:t>
            </a:r>
          </a:p>
          <a:p>
            <a:r>
              <a:t>It could not have detected an interpreter change of any size, which is why these questions stayed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docs/NSI.md, docs/NSI_FABRIC.md, docs/NSI_EFFECTS.md, schema/nsi/effect_map.v0.json.</a:t>
            </a:r>
          </a:p>
          <a:p>
            <a:r>
              <a:t>State has no host cap. Err maps to TRAP_ERROR and invents no NSI method.</a:t>
            </a:r>
          </a:p>
          <a:p>
            <a:r>
              <a:t>I do not claim a kernel, AES, PKI, or that the journal is wired into every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docs/RELEASE_4.5.md, docs/ROADMAP.md, docs/FORTH_STANDARD_SYSTEM.md, docs/NSI_EFFECTS.md.</a:t>
            </a:r>
          </a:p>
          <a:p>
            <a:r>
              <a:t>Catalogs and machine-draft guides exist. JSON/TOON stay English.</a:t>
            </a:r>
          </a:p>
          <a:p>
            <a:r>
              <a:t>The live editor uses bin/nano_emacs_worker, not dlopen.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docs/PERSONA.md, docs/ROADMAP.md, docs/RELEASE_4.5.md.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8321040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NANOLANG 5.0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I say what I mean.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compile myself.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show my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6858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72B7D6"/>
                </a:solidFill>
                <a:latin typeface="Arial"/>
              </a:rPr>
              <a:t>A small language designed to be written by machines and audited by humans.</a:t>
            </a:r>
          </a:p>
          <a:p>
            <a:r>
              <a:rPr sz="1600" b="0">
                <a:solidFill>
                  <a:srgbClr val="72B7D6"/>
                </a:solidFill>
                <a:latin typeface="Arial"/>
              </a:rPr>
              <a:t>A developer's view of my syntax, compiler, NanoISA, and runtime foundations on POSIX.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6583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Verified bytecode · NSI · capabilities · fabric · trap journal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make calls and test obligations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recommend canonical forms; my parser also accepts legacy syntax.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PREFIX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(f x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int · float · bool ·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shadow gcd { ... 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One source language, two execution paths.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The C path is my native baseline. NanoISA and NanoVM make the intermediate explicit.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.nano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source + shadow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nanoc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generated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nano_virt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NVM bytecode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Courier New"/>
              </a:rPr>
              <a:t>nano_vm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verified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5488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compile → verify → execute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NanoISA is readable bytecode, not a hidden intermediate.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serialized module inspectable and use decoded forms only inside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12080" cy="3383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.function main 0 0 0 int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40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2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I64_MUL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57800" cy="338328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76B900"/>
                </a:solidFill>
                <a:latin typeface="Arial"/>
              </a:rPr>
              <a:t>schema → metadata → assembler</a:t>
            </a:r>
          </a:p>
          <a:p/>
          <a:p>
            <a:r>
              <a:rPr sz="2000" b="1">
                <a:solidFill>
                  <a:srgbClr val="76B900"/>
                </a:solidFill>
                <a:latin typeface="Arial"/>
              </a:rPr>
              <a:t>The source of truth is</a:t>
            </a:r>
          </a:p>
          <a:p>
            <a:r>
              <a:rPr sz="2000" b="1">
                <a:solidFill>
                  <a:srgbClr val="76B900"/>
                </a:solidFill>
                <a:latin typeface="Arial"/>
              </a:rPr>
              <a:t>spec/nanoisa.yaml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module format carries the instruction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A .nvm file is a v2 container: versioned, bounded, and refused rather than guessed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range checked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by subtraction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2B7D6"/>
                </a:solidFill>
                <a:latin typeface="Arial"/>
              </a:rPr>
              <a:t>TYPED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signatures deduplicated,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indices comparable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ACYCLIC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layouts nest only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downward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39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EEF1F3"/>
                </a:solidFill>
                <a:latin typeface="Arial"/>
              </a:rPr>
              <a:t>EXACT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constants carry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explicit lengths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9204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ten sections · a malformed module is refused, never guessed 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verifier checks modeled invariants before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These checks are not whole-program proof or complete source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stack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38528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through every basic block, merges must agree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32888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88336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88336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known contradictions are refused; unknown stays unknown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82696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38144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return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438144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exit leaves exactly what the function declares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32504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87952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8795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producer declares it, loader confirms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82312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37759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reference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37759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explicit retain/release counts, not object identity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What my verifier used to miss.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It declared stack effects for 32 of its 161 instructions and skipped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577840" cy="3520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502920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PUSH_I64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I64_ADD    ; no declared effect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        ; stack held one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verified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874519"/>
            <a:ext cx="4846320" cy="352044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206240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1">
                <a:solidFill>
                  <a:srgbClr val="EEF1F3"/>
                </a:solidFill>
                <a:latin typeface="Arial"/>
              </a:rPr>
              <a:t>Skipping an instruction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also skipped its successors,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so the walk stopped there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and everything after it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went unchecked.</a:t>
            </a:r>
          </a:p>
          <a:p/>
          <a:p>
            <a:r>
              <a:rPr sz="1700" b="1">
                <a:solidFill>
                  <a:srgbClr val="EEF1F3"/>
                </a:solidFill>
                <a:latin typeface="Arial"/>
              </a:rPr>
              <a:t>Absence of evidence was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indistinguishable from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treat every module as hostile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My verifier and parsers have malformed-input tests; their coverage is not universal.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loader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verifier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assembler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disassembler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co-process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5276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94760"/>
            <a:ext cx="10058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FF6B35"/>
                </a:solidFill>
                <a:latin typeface="Courier New"/>
              </a:rPr>
              <a:t>offset &gt; total || size &gt; total - offset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43400"/>
            <a:ext cx="1005840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I bound the offset before subtracting. An unchecked addition or subtraction can wrap. My deterministic malformed-input suites exercise these parsing boundaries; passing their cases is not proof for arbitrary bytes or an unlimited fuzzing campaign.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2356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Malformed-input tests are evidence, not universal safety proofs.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dispatch through a label table, and keep a portable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Historical 4.0 measurement: one handler body, two dispatch strategies.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212080" cy="27432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4663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Arial"/>
              </a:rPr>
              <a:t>COMPUTED GOTO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66344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one indirect branch per opcode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-4.2% on my Forth interpreter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against a 1.0-1.6% noise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5029200" cy="27432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2B7D6"/>
                </a:solidFill>
                <a:latin typeface="Arial"/>
              </a:rPr>
              <a:t>PORTABLE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48056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any compiler without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labels as values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-DNANO_NO_COMPUTED_GOTO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07492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152 programs, both builds, identical output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require useful shadows by project policy.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Missing tests normally warn; exemptions are not evidence of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303520" cy="34747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fn gcd(a: int, b: int) -&gt; int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if (== b 0) { return a }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return (gcd b (% a b))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shadow gcd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48 18) 6)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18 0) 18)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0 0) 0)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1">
                <a:solidFill>
                  <a:srgbClr val="76B900"/>
                </a:solidFill>
                <a:latin typeface="Arial"/>
              </a:rPr>
              <a:t>Useful tests: policy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Missing tests: warnings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Exemptions: documented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Imports: tested by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4480560"/>
            <a:ext cx="4297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Separate test process;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source-only emission skips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FFI is an explicit unsafe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Imports carry signatures. The co-process can keep foreign code outside my VM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NanoLang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Arial"/>
              </a:rPr>
              <a:t>typed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typed 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nano_cop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0632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foreign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>
                <a:solidFill>
                  <a:srgbClr val="72B7D6"/>
                </a:solidFill>
                <a:latin typeface="Arial"/>
              </a:rPr>
              <a:t>Historical 4.0 measurement: about 48x per crossing in the recorded setup.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collect tested reference cycles.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Cycle collection is not complete leak freedom or backend semantic equivalence.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486400" cy="32004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93776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struct Node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children: array&lt;Node&gt;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set kids (array_push kids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20240"/>
            <a:ext cx="4937760" cy="32004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29768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EEF1F3"/>
                </a:solidFill>
                <a:latin typeface="Arial"/>
              </a:rPr>
              <a:t>array_push mutates in place,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so the field and the local are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one object -- and it now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contains its own owner.</a:t>
            </a:r>
          </a:p>
          <a:p/>
          <a:p>
            <a:r>
              <a:rPr sz="1600" b="1">
                <a:solidFill>
                  <a:srgbClr val="EEF1F3"/>
                </a:solidFill>
                <a:latin typeface="Arial"/>
              </a:rPr>
              <a:t>Forbidding that shape would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forbid trees and graphs.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What I measured, and what I declined because of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A number without its spread is not evidence. Every claim below carries a noise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cold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17.4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9659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60-1800x a single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79192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Forth interpreter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7919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282.7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79192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IQR 1.6%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55264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92424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computed goto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92424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-4.2%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392424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accepted: beats the band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68496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05656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split tag stacks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05656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unmeasurable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0565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band is 5-10%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81728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18888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trap stack ranges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81888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no effect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18888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crossing is 48x the copy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build runtime foundations on an ordinary kernel.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Contracts, capabilities, a POSIX fabric, and a journal. Laboratory evidence, not production isolation.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source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required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TRAP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NanoISA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method 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checked handle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94760"/>
            <a:ext cx="11155680" cy="19659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23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3484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Record at the trap. Replay the recorded result. Do not call the original service.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SHA-256 + HMAC with a deployment key. Sequence checkpoints, not heap snapshots.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Tested C library in 4.5. Not a hook on every vm.c trap. POSIX is the host.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4.1–4.5 history, and the work still ahead.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The current 5.0 draft is not a release-readiness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35661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4.5 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verified NanoISA v2 (4.0)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Forth Core evidence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NSI v0 + POSIX fabric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capability APIs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isolated editor walker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effects → policy + journal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166360" cy="35661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NOT 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Standard System / INCLUDED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internationalized compiler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GNU Emacs / a kernel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CUDA or CPython wrap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journal on every trap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5.0 One IR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4747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Start with the code.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Then run the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read · change · shadow-test · verify ·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6949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72B7D6"/>
                </a:solidFill>
                <a:latin typeface="Courier New"/>
              </a:rPr>
              <a:t>docs/RELEASE_4.5.md · userguide/guide/08_secure_runtime.md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