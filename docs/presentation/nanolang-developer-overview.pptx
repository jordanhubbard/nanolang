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docs/PERSONA.md, README.md, docs/RELEASE_4.0.md.</a:t>
            </a:r>
          </a:p>
          <a:p>
            <a:r>
              <a:t>I describe tested behavior. Work I have not done is labelled as such.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 and docs/CANONICAL_STYLE.md.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docs/NANOISA.md and src/nanovirt/main.c.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spec/nanoisa.yaml, scripts/gen_nanoisa_schema.py, src/nanoisa/assembler.c, src/nanoisa/disassembler.c.</a:t>
            </a:r>
          </a:p>
          <a:p>
            <a:r>
              <a:t>Canonical disassembly reassembles to byte-identical bytecode; make test-disasm-roundtrip.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src/nanoisa/nvm_format_v2.[ch], src/nanoisa/nvm_v2_*.c, docs/NANOISA.md.</a:t>
            </a:r>
          </a:p>
          <a:p>
            <a:r>
              <a:t>Subtraction form is the point: an offset near the top of the range cannot wrap into it.</a:t>
            </a:r>
          </a:p>
          <a:p>
            <a:r>
              <a:t>An explicit length is why a string holding an embedded zero survives a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src/nanoisa/verifier.c, src/nanoisa/verifier_types.c, tests/nanoisa/test_verifier.c (93 tests).</a:t>
            </a:r>
          </a:p>
          <a:p>
            <a:r>
              <a:t>Every call now carries its signature, so a module is provable before it is linked.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docs/RELEASE_4.0.md and the fix in src/nanoisa/verifier.c.</a:t>
            </a:r>
          </a:p>
          <a:p>
            <a:r>
              <a:t>Fixing it exposed a second bug in the same walk and then eight latent codegen bugs it had hidden.</a:t>
            </a:r>
          </a:p>
          <a:p>
            <a:r>
              <a:t>An unknown effect is now a hard failure: absence of data must not read as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src/nanovm/vm.c, docs/NANOISA_MEASUREMENTS.md, make test-dispatch-equivalence.</a:t>
            </a:r>
          </a:p>
          <a:p>
            <a:r>
              <a:t>VM_CASE and VM_NEXT are the only difference, so the two strategies cannot drift in what an instruction does.</a:t>
            </a:r>
          </a:p>
          <a:p>
            <a:r>
              <a:t>The threaded build has no loop around the handlers, so a stray break is a compile error rather than a silent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 and the current test suites, counted at the v4.0.0 tag.</a:t>
            </a:r>
          </a:p>
          <a:p>
            <a:r>
              <a:t>make test-verify-all-programs additionally verifies every program in tests/, because compiling is not verifying.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docs/EXTERN_FFI.md, src/nanovm/vm_ffi.c, src/nanovm/cop_protocol.c, docs/NANOISA_MEASUREMENTS.md.</a:t>
            </a:r>
          </a:p>
          <a:p>
            <a:r>
              <a:t>The FFI boundary is tested; it is not part of the formally verified NanoCore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src/nanovm/heap_cycles.c, Bacon and Rajan (PLDI 2001), tests/nanovm/test_vm.c.</a:t>
            </a:r>
          </a:p>
          <a:p>
            <a:r>
              <a:t>The generated-C runtime already collected cycles; the VM did not, so the two disagreed about whether a program leaks.</a:t>
            </a:r>
          </a:p>
          <a:p>
            <a:r>
              <a:t>The test that matters most is the one where a reachable cycle must survive and still be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docs/NANOISA_MEASUREMENTS.md and scripts/benchmark_nanoisa.sh.</a:t>
            </a:r>
          </a:p>
          <a:p>
            <a:r>
              <a:t>Before 4.0 the suite timed one process per sample, so every workload took about 17 ms whether it retired 78 instructions or 32,082.</a:t>
            </a:r>
          </a:p>
          <a:p>
            <a:r>
              <a:t>It could not have detected an interpreter change of any size, which is why these questions stayed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docs/RELEASE_4.0.md, docs/ROADMAP.md, and the open issue list.</a:t>
            </a:r>
          </a:p>
          <a:p>
            <a:r>
              <a:t>Phase 12 is 78 of 78. The right column is scope or filed defect, not vagueness.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docs/PERSONA.md, docs/ROADMAP.md.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8321040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NANOLANG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4008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I say what I mean.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compile myself.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show my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69080"/>
            <a:ext cx="61264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72B7D6"/>
                </a:solidFill>
                <a:latin typeface="Arial"/>
              </a:rPr>
              <a:t>A developer's view of my syntax, compiler, NanoISA, NanoVM, and what my verifier proves.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5120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NanoISA v2 · NanoVM v2 · Phase 12 complete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My design refuses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Prefix calls, explicit boundaries, and one canonical form keep generated code readable.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PREFIX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(f x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int · float · bool · string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shadow fn { ... 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One source language, two execution paths.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The C path is my native baseline. NanoISA and NanoVM make the intermediate explicit.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.nano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source + shadow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Courier New"/>
              </a:rPr>
              <a:t>nanoc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generated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nano_virt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NVM bytecode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Courier New"/>
              </a:rPr>
              <a:t>nano_vm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verified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54880"/>
            <a:ext cx="4572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FF6B35"/>
                </a:solidFill>
                <a:latin typeface="Courier New"/>
              </a:rPr>
              <a:t>compile → verify → execute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NanoISA is readable bytecode, not a hidden intermediate.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keep the serialized module inspectable and use decoded forms only inside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212080" cy="3383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663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.function main 0 0 0 int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40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2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I64_MUL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RET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57800" cy="338328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76B900"/>
                </a:solidFill>
                <a:latin typeface="Arial"/>
              </a:rPr>
              <a:t>schema → metadata → assembler</a:t>
            </a:r>
          </a:p>
          <a:p/>
          <a:p>
            <a:r>
              <a:rPr sz="2000" b="1">
                <a:solidFill>
                  <a:srgbClr val="76B900"/>
                </a:solidFill>
                <a:latin typeface="Arial"/>
              </a:rPr>
              <a:t>The source of truth is</a:t>
            </a:r>
          </a:p>
          <a:p>
            <a:r>
              <a:rPr sz="2000" b="1">
                <a:solidFill>
                  <a:srgbClr val="76B900"/>
                </a:solidFill>
                <a:latin typeface="Arial"/>
              </a:rPr>
              <a:t>spec/nanoisa.yaml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module format carries the instruction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A .nvm file is a v2 container: versioned, bounded, and refused rather than guessed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BOUNDED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range checked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by subtraction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2B7D6"/>
                </a:solidFill>
                <a:latin typeface="Arial"/>
              </a:rPr>
              <a:t>TYPED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signatures deduplicated,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indices comparable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ACYCLIC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layouts nest only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downward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39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EEF1F3"/>
                </a:solidFill>
                <a:latin typeface="Arial"/>
              </a:rPr>
              <a:t>EXACT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constants carry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explicit lengths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9204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size &gt; total - offset   ·   never   offset + size &gt; total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My verifier proves a program before it runs.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Each property below was a run-time trap. Now it is a rejection.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stack height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38528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through every basic block, merges must agree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32888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88336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688336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a known contradiction is refused; unknown never fails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82696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38144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return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438144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exit leaves exactly what the function declares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32504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87952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187952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producer declares it, loader confirms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82312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37759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ownership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37759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retain and release must balance on every 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What my verifier used to miss.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It declared stack effects for 32 of its 161 instructions and skipped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577840" cy="3520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502920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PUSH_I64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I64_ADD    ; no declared effect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        ; stack held one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verified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874519"/>
            <a:ext cx="4846320" cy="352044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240280"/>
            <a:ext cx="4206240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1">
                <a:solidFill>
                  <a:srgbClr val="EEF1F3"/>
                </a:solidFill>
                <a:latin typeface="Arial"/>
              </a:rPr>
              <a:t>Skipping an instruction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also skipped its successors,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so the walk stopped there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and everything after it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went unchecked.</a:t>
            </a:r>
          </a:p>
          <a:p/>
          <a:p>
            <a:r>
              <a:rPr sz="1700" b="1">
                <a:solidFill>
                  <a:srgbClr val="EEF1F3"/>
                </a:solidFill>
                <a:latin typeface="Arial"/>
              </a:rPr>
              <a:t>Absence of evidence was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indistinguishable from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dispatch through a label table, and keep a portable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One copy of 161 handlers, reached two ways. Adopted on measurement, not principle.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212080" cy="27432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4663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Arial"/>
              </a:rPr>
              <a:t>COMPUTED GOTO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66344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one indirect branch per opcode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-4.2% on my Forth interpreter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against a 1.0-1.6% noise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5029200" cy="27432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2B7D6"/>
                </a:solidFill>
                <a:latin typeface="Arial"/>
              </a:rPr>
              <a:t>PORTABLE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48056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any compiler without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labels as values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-DNANO_NO_COMPUTED_GOTO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07492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152 programs, both builds, identical 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Every function carries a shadow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The test is an executable statement about behavior, not a coverage ornament.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303520" cy="34747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75488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fn gcd(a: int, b: int) -&gt; int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...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shadow gcd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48 18) 6)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4297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1">
                <a:solidFill>
                  <a:srgbClr val="76B900"/>
                </a:solidFill>
                <a:latin typeface="Arial"/>
              </a:rPr>
              <a:t>2,632 NanoISA tests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621 NanoVM tests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93 verifier tests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63 NanoVirt tests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FFI is an explicit unsafe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Imports carry signatures. The co-process can keep foreign code outside my VM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NanoLang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Arial"/>
              </a:rPr>
              <a:t>typed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typed trap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nano_cop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0632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foreign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>
                <a:solidFill>
                  <a:srgbClr val="72B7D6"/>
                </a:solidFill>
                <a:latin typeface="Arial"/>
              </a:rPr>
              <a:t>isolation costs about 48x per crossing — which is what batching exists to amortize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collect cycles, so my backends agree about leaks.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Reference counting cannot reclaim a cycle, and a cycle is constructible from ordinary NanoLang.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486400" cy="32004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93776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struct Node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children: array&lt;Node&gt;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set kids (array_push kids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20240"/>
            <a:ext cx="4937760" cy="32004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286000"/>
            <a:ext cx="4297680" cy="2560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EEF1F3"/>
                </a:solidFill>
                <a:latin typeface="Arial"/>
              </a:rPr>
              <a:t>array_push mutates in place,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so the field and the local are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one object -- and it now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contains its own owner.</a:t>
            </a:r>
          </a:p>
          <a:p/>
          <a:p>
            <a:r>
              <a:rPr sz="1600" b="1">
                <a:solidFill>
                  <a:srgbClr val="EEF1F3"/>
                </a:solidFill>
                <a:latin typeface="Arial"/>
              </a:rPr>
              <a:t>Forbidding that shape would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forbid trees and graphs.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What I measured, and what I declined because of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A number without its spread is not evidence. Every claim below carries a noise band.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cold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17.4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9659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60-1800x a single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79192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Forth interpreter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79192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282.7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79192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IQR 1.6%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55264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92424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computed goto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92424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-4.2%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392424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accepted: beats the band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68496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05656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split tag stacks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05656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unmeasurable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0565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band is 5-10%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81728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18888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trap stack ranges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81888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no effect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18888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crossing is 48x the copy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4.0 shipped. Here is what I have not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I keep the boundary visible, because a known defect is not the same as an unknown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66360" cy="35661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4.0 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v2 module format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stack and type verification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return, depth, ownership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cycle collection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computed dispatch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honest measurement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166360" cy="35661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NOT 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header dependencies (#211)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module signing → 5.0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LLVM and Wasm as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  NanoISA translators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Forth 2012 → 4.1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731520"/>
            <a:ext cx="34747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7665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Start with the code.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Then run the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read · change · shadow-test · verify ·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6949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72B7D6"/>
                </a:solidFill>
                <a:latin typeface="Courier New"/>
              </a:rPr>
              <a:t>docs/RELEASE_4.0.md · docs/ROADMAP.md · docs/NANOISA_MEASUREMENTS.md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