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docs/PERSONA.md, README.md, docs/RELEASE_5.1.md.</a:t>
            </a:r>
          </a:p>
          <a:p>
            <a:r>
              <a:t>I am a language with a runtime under development. My release scope does not establish production isolation.</a:t>
            </a:r>
          </a:p>
          <a:p>
            <a:r>
              <a:t>I describe tested behavior. Work I have not done is labelled as such.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 and docs/CANONICAL_STYLE.md.</a:t>
            </a:r>
          </a:p>
          <a:p>
            <a:r>
              <a:t>My project policy requires useful shadows. My compiler normally warns about missing tests, with documented exemptions.</a:t>
            </a:r>
          </a:p>
          <a:p>
            <a:r>
              <a:t>A shadow tests its assertions; it does not prove every input. Compiler acceptance is not proof of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docs/NANOISA_ONLY.md, src/nanovirt/main.c and src_nano/compiler/nanoisa_codegen.nano.</a:t>
            </a:r>
          </a:p>
          <a:p>
            <a:r>
              <a:t>LLVM and Wasm are additional consumers of the same verified module; this slide keeps the main product path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spec/nanoisa.yaml, scripts/gen_nanoisa_schema.py, src/nanoisa/assembler.c, src/nanoisa/disassembler.c.</a:t>
            </a:r>
          </a:p>
          <a:p>
            <a:r>
              <a:t>Canonical disassembly reassembles to byte-identical bytecode; make test-disasm-roundtrip.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src/nanoisa/nvm_format_v2.[ch], src/nanoisa/nvm_v2_*.c, docs/NANOISA.md.</a:t>
            </a:r>
          </a:p>
          <a:p>
            <a:r>
              <a:t>Subtraction form is the point: an offset near the top of the range cannot wrap into it.</a:t>
            </a:r>
          </a:p>
          <a:p>
            <a:r>
              <a:t>An explicit length is why a string holding an embedded zero survives a round 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src/nanoisa/verifier.c, src/nanoisa/verifier_types.c, tests/nanoisa/test_verifier.c (93 tests).</a:t>
            </a:r>
          </a:p>
          <a:p>
            <a:r>
              <a:t>Imported signatures are declarations, not proof of foreign behavior. My abstract reference counter does not identify objects.</a:t>
            </a:r>
          </a:p>
          <a:p>
            <a:r>
              <a:t>Formal NanoCore theorems and compiler correspondence are separate boundaries; see formal/README.md and docs/ROADMAP.md.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docs/RELEASE_4.0.md and the fix in src/nanoisa/verifier.c.</a:t>
            </a:r>
          </a:p>
          <a:p>
            <a:r>
              <a:t>Fixing it exposed a second bug in the same walk and then eight latent codegen bugs it had hidden.</a:t>
            </a:r>
          </a:p>
          <a:p>
            <a:r>
              <a:t>An unknown effect is now a hard failure: absence of data must not read as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tests/nanoisa/test_fuzz_malformed.c, tests/nanovm/test_cop_fuzz.c, tests/fuzzing/README.md.</a:t>
            </a:r>
          </a:p>
          <a:p>
            <a:r>
              <a:t>I distinguish deterministic malformed-input testing, seed replay and mutation campaigns.</a:t>
            </a:r>
          </a:p>
          <a:p>
            <a:r>
              <a:t>Wrapping arithmetic was removed from code-range and section validation, not merely guarded.</a:t>
            </a:r>
          </a:p>
          <a:p>
            <a:r>
              <a:t>This slide is the systemic answer to slide 7: a verifier that is correct is still only one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src/nanovm/vm.c, docs/NANOISA_MEASUREMENTS.md, make test-dispatch-equivalence.</a:t>
            </a:r>
          </a:p>
          <a:p>
            <a:r>
              <a:t>Shared handler bodies reduce duplication; execution equivalence still needs tests.</a:t>
            </a:r>
          </a:p>
          <a:p>
            <a:r>
              <a:t>The threaded build has no loop around the handlers, so a stray break is a compile error rather than a silent exit.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CONTRIBUTING.md, docs/CANONICAL_STYLE.md, tests/test_language_claims.py and examples/gcd.nano.</a:t>
            </a:r>
          </a:p>
          <a:p>
            <a:r>
              <a:t>CPU exemptions include externs, main, generated lambdas and functions using extern calls. Explicit foreign-call shadows still run.</a:t>
            </a:r>
          </a:p>
          <a:p>
            <a:r>
              <a:t>All three drivers select dependency shadows by default; --root-shadows-only opts out. Test processes have deadlines, not sandboxing.</a:t>
            </a:r>
          </a:p>
          <a:p>
            <a:r>
              <a:t>I exercise nonnegative and zero gcd inputs here. These assertions are not a theorem for all integers.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docs/EXTERN_FFI.md, src/nanovm/vm_ffi.c, src/nanovm/cop_protocol.c, docs/NANOISA_MEASUREMENTS.md.</a:t>
            </a:r>
          </a:p>
          <a:p>
            <a:r>
              <a:t>The FFI boundary is tested; it is not part of the formally verified NanoCore subset.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src/nanovm/heap_cycles.c, Bacon and Rajan (PLDI 2001), tests/nanovm/test_vm.c.</a:t>
            </a:r>
          </a:p>
          <a:p>
            <a:r>
              <a:t>The generated-C runtime already collected cycles; the VM did not, so the two disagreed about whether a program leaks.</a:t>
            </a:r>
          </a:p>
          <a:p>
            <a:r>
              <a:t>The test that matters most is the one where a reachable cycle must survive and still be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docs/NANOISA_MEASUREMENTS.md and scripts/benchmark_nanoisa.sh.</a:t>
            </a:r>
          </a:p>
          <a:p>
            <a:r>
              <a:t>Before 4.0 the suite timed one process per sample, so every workload took about 17 ms whether it retired 78 instructions or 32,082.</a:t>
            </a:r>
          </a:p>
          <a:p>
            <a:r>
              <a:t>It could not have detected an interpreter change of any size, which is why these questions stayed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docs/NSI.md, docs/NSI_FABRIC.md, docs/NSI_EFFECTS.md, schema/nsi/effect_map.v0.json.</a:t>
            </a:r>
          </a:p>
          <a:p>
            <a:r>
              <a:t>State has no host cap. Err maps to TRAP_ERROR and invents no NSI method.</a:t>
            </a:r>
          </a:p>
          <a:p>
            <a:r>
              <a:t>I do not claim a kernel, AES, PKI, or that the journal is wired into every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docs/RELEASE_5.1.md, docs/NANOISA_ONLY.md, docs/CALLBACK_ABI.md and docs/ROADMAP.md.</a:t>
            </a:r>
          </a:p>
          <a:p>
            <a:r>
              <a:t>The VM fixed point at d56d15ff6 compares identical raw 530,308-byte Stage 1 and Stage 2 modules. It does not prove compiler correctness. My standalone-native generations also match at 530,296 bytes and compile the verified hello product. Complete hosted acceptance remain pending.</a:t>
            </a:r>
          </a:p>
          <a:p>
            <a:r>
              <a:t>Private non-admitting mixed record-array work remains outside the public product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CONTRIBUTING.md, docs/PERSONA.md, docs/ROADMAP.md, docs/RELEASE_5.1.md.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8321040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6B900"/>
                </a:solidFill>
                <a:latin typeface="Arial"/>
              </a:rPr>
              <a:t>NANOLANG 5.1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64008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I say what I mean.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compile myself.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show my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68580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72B7D6"/>
                </a:solidFill>
                <a:latin typeface="Arial"/>
              </a:rPr>
              <a:t>A small language designed to be written by machines and audited by humans.</a:t>
            </a:r>
          </a:p>
          <a:p>
            <a:r>
              <a:rPr sz="1600" b="0">
                <a:solidFill>
                  <a:srgbClr val="72B7D6"/>
                </a:solidFill>
                <a:latin typeface="Arial"/>
              </a:rPr>
              <a:t>A developer's view of my syntax, compiler, NanoISA, and runtime foundations on POSIX.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89320"/>
            <a:ext cx="65836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Arial"/>
              </a:rPr>
              <a:t>Verified bytecode · NSI · capabilities · fabric · trap journal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make calls and test obligations explicit.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recommend canonical forms; my parser also accepts legacy syntax.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PREFIX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(f x 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int · float · bool · string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shadow gcd { ... 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One verified product, several consumers.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Both frontends lower to NanoISA; execution and AOT begin from the same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.nano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source + shadows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7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nanoc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verified .nvm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Courier New"/>
              </a:rPr>
              <a:t>nano_vm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direct execution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Courier New"/>
              </a:rPr>
              <a:t>nvm2c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C11 → native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4754880"/>
            <a:ext cx="4572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100" b="1">
                <a:solidFill>
                  <a:srgbClr val="FF6B35"/>
                </a:solidFill>
                <a:latin typeface="Courier New"/>
              </a:rPr>
              <a:t>compile → verify → execute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NanoISA is readable bytecode, not a hidden intermediate.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keep the serialized module inspectable and use decoded forms only inside execution.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5212080" cy="33832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66344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EEF1F3"/>
                </a:solidFill>
                <a:latin typeface="Courier New"/>
              </a:rPr>
              <a:t>.function main 0 0 0 int 1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40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2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I64_MUL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RET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57800" cy="338328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76B900"/>
                </a:solidFill>
                <a:latin typeface="Arial"/>
              </a:rPr>
              <a:t>schema → metadata → assembler</a:t>
            </a:r>
          </a:p>
          <a:p/>
          <a:p>
            <a:r>
              <a:rPr sz="2000" b="1">
                <a:solidFill>
                  <a:srgbClr val="76B900"/>
                </a:solidFill>
                <a:latin typeface="Arial"/>
              </a:rPr>
              <a:t>The source of truth is</a:t>
            </a:r>
          </a:p>
          <a:p>
            <a:r>
              <a:rPr sz="2000" b="1">
                <a:solidFill>
                  <a:srgbClr val="76B900"/>
                </a:solidFill>
                <a:latin typeface="Arial"/>
              </a:rPr>
              <a:t>spec/nanoisa.yaml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My module format carries the instruction set.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A .nvm file is a v2 container: versioned, bounded, and refused rather than guessed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6B900"/>
                </a:solidFill>
                <a:latin typeface="Arial"/>
              </a:rPr>
              <a:t>BOUNDED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every range checked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by subtraction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2B7D6"/>
                </a:solidFill>
                <a:latin typeface="Arial"/>
              </a:rPr>
              <a:t>TYPED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signatures deduplicated,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indices comparable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Arial"/>
              </a:rPr>
              <a:t>ACYCLIC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layouts nest only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downward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39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EEF1F3"/>
                </a:solidFill>
                <a:latin typeface="Arial"/>
              </a:rPr>
              <a:t>EXACT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39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constants carry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explicit lengths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89204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ten sections · a malformed module is refused, never guessed 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My verifier checks modeled invariants before execution.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These checks are not whole-program proof or complete source ownership.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stack height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38528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through every basic block, merges must agree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32888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88336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operand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688336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known contradictions are refused; unknown stays unknown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282696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438144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return 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438144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every exit leaves exactly what the function declares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32504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87952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operand depth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187952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producer declares it, loader confirms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782312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37759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reference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937759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explicit retain/release counts, not object identity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What my verifier used to miss.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It declared stack effects for 32 of its 161 instructions and skipped the 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5577840" cy="3520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502920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EEF1F3"/>
                </a:solidFill>
                <a:latin typeface="Courier New"/>
              </a:rPr>
              <a:t>PUSH_I64 1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I64_ADD    ; no declared effect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        ; stack held one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RET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70916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FF6B35"/>
                </a:solidFill>
                <a:latin typeface="Courier New"/>
              </a:rPr>
              <a:t>verified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1874519"/>
            <a:ext cx="4846320" cy="352044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2240280"/>
            <a:ext cx="4206240" cy="2834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1">
                <a:solidFill>
                  <a:srgbClr val="EEF1F3"/>
                </a:solidFill>
                <a:latin typeface="Arial"/>
              </a:rPr>
              <a:t>Skipping an instruction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also skipped its successors,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so the walk stopped there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and everything after it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went unchecked.</a:t>
            </a:r>
          </a:p>
          <a:p/>
          <a:p>
            <a:r>
              <a:rPr sz="1700" b="1">
                <a:solidFill>
                  <a:srgbClr val="EEF1F3"/>
                </a:solidFill>
                <a:latin typeface="Arial"/>
              </a:rPr>
              <a:t>Absence of evidence was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indistinguishable from 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treat every module as hostile input.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My verifier and parsers have malformed-input tests; their coverage is not universal.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decoder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loader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verifier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assembler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disassembler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co-process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1065276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794760"/>
            <a:ext cx="10058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FF6B35"/>
                </a:solidFill>
                <a:latin typeface="Courier New"/>
              </a:rPr>
              <a:t>offset &gt; total || size &gt; total - offset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43400"/>
            <a:ext cx="1005840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0">
                <a:solidFill>
                  <a:srgbClr val="EEF1F3"/>
                </a:solidFill>
                <a:latin typeface="Arial"/>
              </a:rPr>
              <a:t>I bound the offset before subtracting. An unchecked addition or subtraction can wrap. My deterministic malformed-input suites exercise these parsing boundaries; passing their cases is not proof for arbitrary bytes or an unlimited fuzzing campaign.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62356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Malformed-input tests are evidence, not universal safety proofs.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dispatch through a label table, and keep a portable fallback.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Historical 4.0 measurement: one handler body, two dispatch strategies.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212080" cy="27432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80"/>
            <a:ext cx="4663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Arial"/>
              </a:rPr>
              <a:t>COMPUTED GOTO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466344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Arial"/>
              </a:rPr>
              <a:t>one indirect branch per opcode</a:t>
            </a:r>
          </a:p>
          <a:p/>
          <a:p>
            <a:r>
              <a:rPr sz="1600" b="0">
                <a:solidFill>
                  <a:srgbClr val="EEF1F3"/>
                </a:solidFill>
                <a:latin typeface="Arial"/>
              </a:rPr>
              <a:t>-4.2% on my Forth interpreter</a:t>
            </a:r>
          </a:p>
          <a:p>
            <a:r>
              <a:rPr sz="1600" b="0">
                <a:solidFill>
                  <a:srgbClr val="EEF1F3"/>
                </a:solidFill>
                <a:latin typeface="Arial"/>
              </a:rPr>
              <a:t>against a 1.0-1.6% noise band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5029200" cy="274320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24028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2B7D6"/>
                </a:solidFill>
                <a:latin typeface="Arial"/>
              </a:rPr>
              <a:t>PORTABLE 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97480"/>
            <a:ext cx="448056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Arial"/>
              </a:rPr>
              <a:t>any compiler without</a:t>
            </a:r>
          </a:p>
          <a:p>
            <a:r>
              <a:rPr sz="1600" b="0">
                <a:solidFill>
                  <a:srgbClr val="EEF1F3"/>
                </a:solidFill>
                <a:latin typeface="Arial"/>
              </a:rPr>
              <a:t>labels as values</a:t>
            </a:r>
          </a:p>
          <a:p/>
          <a:p>
            <a:r>
              <a:rPr sz="1600" b="0">
                <a:solidFill>
                  <a:srgbClr val="EEF1F3"/>
                </a:solidFill>
                <a:latin typeface="Arial"/>
              </a:rPr>
              <a:t>-DNANO_NO_COMPUTED_GOTO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07492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152 programs, both builds, identical output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I require useful shadows by project policy.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Missing tests normally warn; exemptions are not evidence of correctness.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303520" cy="347472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75488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Courier New"/>
              </a:rPr>
              <a:t>fn gcd(a: int, b: int) -&gt; int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if (== b 0) { return a }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return (gcd b (% a b))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  <a:p/>
          <a:p>
            <a:r>
              <a:rPr sz="1600" b="0">
                <a:solidFill>
                  <a:srgbClr val="EEF1F3"/>
                </a:solidFill>
                <a:latin typeface="Courier New"/>
              </a:rPr>
              <a:t>shadow gcd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48 18) 6)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18 0) 18)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0 0) 0)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148840"/>
            <a:ext cx="429768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00" b="1">
                <a:solidFill>
                  <a:srgbClr val="76B900"/>
                </a:solidFill>
                <a:latin typeface="Arial"/>
              </a:rPr>
              <a:t>Useful tests: policy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Missing tests: warnings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Exemptions: documented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Imports: tested by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4480560"/>
            <a:ext cx="42976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Separate test process;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source-only emission skips tests.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FFI is an explicit unsafe boundary.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Imports carry signatures. The co-process can keep foreign code outside my VM process.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NanoLang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Arial"/>
              </a:rPr>
              <a:t>typed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typed trap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nano_cop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306324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foreign 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500" b="0">
                <a:solidFill>
                  <a:srgbClr val="72B7D6"/>
                </a:solidFill>
                <a:latin typeface="Arial"/>
              </a:rPr>
              <a:t>Historical 4.0 measurement: about 48x per crossing in the recorded setup.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I collect tested reference cycles.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Cycle collection is not complete leak freedom or backend semantic equivalence.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486400" cy="32004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93776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Courier New"/>
              </a:rPr>
              <a:t>struct Node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children: array&lt;Node&gt;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  <a:p/>
          <a:p>
            <a:r>
              <a:rPr sz="1600" b="0">
                <a:solidFill>
                  <a:srgbClr val="EEF1F3"/>
                </a:solidFill>
                <a:latin typeface="Courier New"/>
              </a:rPr>
              <a:t>set kids (array_push kids 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920240"/>
            <a:ext cx="4937760" cy="320040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286000"/>
            <a:ext cx="4297680" cy="2560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EEF1F3"/>
                </a:solidFill>
                <a:latin typeface="Arial"/>
              </a:rPr>
              <a:t>array_push mutates in place,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so the field and the local are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one object -- and it now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contains its own owner.</a:t>
            </a:r>
          </a:p>
          <a:p/>
          <a:p>
            <a:r>
              <a:rPr sz="1600" b="1">
                <a:solidFill>
                  <a:srgbClr val="EEF1F3"/>
                </a:solidFill>
                <a:latin typeface="Arial"/>
              </a:rPr>
              <a:t>Forbidding that shape would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forbid trees and graphs.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What I measured, and what I declined because of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A number without its spread is not evidence. Every claim below carries a noise band.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6596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cold startup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96596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17.4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96596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60-1800x a single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42032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79192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Forth interpreter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679192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282.7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679192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IQR 1.6%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55264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92424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computed goto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392424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-4.2%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392424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accepted: beats the band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968496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105656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split tag stacks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105656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65707C"/>
                </a:solidFill>
                <a:latin typeface="Courier New"/>
              </a:rPr>
              <a:t>unmeasurable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05656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declined: band is 5-10%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681728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18888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trap stack ranges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818888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65707C"/>
                </a:solidFill>
                <a:latin typeface="Courier New"/>
              </a:rPr>
              <a:t>no effect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818888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declined: crossing is 48x the copy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build runtime foundations on an ordinary kernel.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Contracts, capabilities, a POSIX fabric, and a journal. Laboratory evidence, not production isolation.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source row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MANIFEST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required caps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4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TRAP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NanoISA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0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NSI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0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method 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46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6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CAP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checked handle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794760"/>
            <a:ext cx="11155680" cy="196596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23360"/>
            <a:ext cx="20116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JOURNAL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43484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0">
                <a:solidFill>
                  <a:srgbClr val="EEF1F3"/>
                </a:solidFill>
                <a:latin typeface="Arial"/>
              </a:rPr>
              <a:t>Record at the trap. Replay the recorded result. Do not call the original service.</a:t>
            </a:r>
          </a:p>
          <a:p>
            <a:r>
              <a:rPr sz="1500" b="0">
                <a:solidFill>
                  <a:srgbClr val="EEF1F3"/>
                </a:solidFill>
                <a:latin typeface="Arial"/>
              </a:rPr>
              <a:t>SHA-256 + HMAC with a deployment key. Sequence checkpoints, not heap snapshots.</a:t>
            </a:r>
          </a:p>
          <a:p>
            <a:r>
              <a:rPr sz="1500" b="0">
                <a:solidFill>
                  <a:srgbClr val="EEF1F3"/>
                </a:solidFill>
                <a:latin typeface="Arial"/>
              </a:rPr>
              <a:t>Tested C library in 4.5. Not a hook on every vm.c trap. POSIX is the host.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My 5.1 One IR contract, with boundaries intact.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My implementation has pinned evidence; final release qualification remains open.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66360" cy="35661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5.1 CANDIDATE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429768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verified .nvm default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raw compiler fixed point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C11 / LLVM / Wasm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concrete union identity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affine ownership facts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lifetime-safe callbacks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5166360" cy="356616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EXPLICIT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29768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private mixed graphs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conservative refusals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no isolated callbacks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formal core boundary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no kernel claim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no universal backend claim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731520"/>
            <a:ext cx="34747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554480"/>
            <a:ext cx="67665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Start with the code.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Then run the gates.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FF6B35"/>
                </a:solidFill>
                <a:latin typeface="Courier New"/>
              </a:rPr>
              <a:t>read · change · shadow-test · verify ·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00600"/>
            <a:ext cx="69494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72B7D6"/>
                </a:solidFill>
                <a:latin typeface="Courier New"/>
              </a:rPr>
              <a:t>docs/RELEASE_5.1.md · docs/NANOISA_ONLY.md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